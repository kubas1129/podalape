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0" r:id="rId2"/>
    <p:sldId id="256" r:id="rId3"/>
    <p:sldId id="257" r:id="rId4"/>
    <p:sldId id="264" r:id="rId5"/>
    <p:sldId id="269" r:id="rId6"/>
    <p:sldId id="259" r:id="rId7"/>
    <p:sldId id="263" r:id="rId8"/>
    <p:sldId id="271" r:id="rId9"/>
    <p:sldId id="273" r:id="rId10"/>
    <p:sldId id="279" r:id="rId11"/>
    <p:sldId id="274" r:id="rId12"/>
    <p:sldId id="275" r:id="rId13"/>
    <p:sldId id="276" r:id="rId14"/>
    <p:sldId id="277" r:id="rId15"/>
    <p:sldId id="278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3C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33BB8-6C7A-4BE0-9B55-9EAC48D52EC6}" type="datetimeFigureOut">
              <a:rPr lang="en-US"/>
              <a:t>4/7/2019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7AA83-DE31-4E93-AB07-EF7FB05F667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1290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1EF64-F73B-4314-BB6F-BC0937BBDF19}" type="datetimeFigureOut">
              <a:rPr lang="en-US"/>
              <a:t>4/7/2019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E2820-AFE1-45FA-949E-17BDB534E1D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799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2820-AFE1-45FA-949E-17BDB534E1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1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35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2820-AFE1-45FA-949E-17BDB534E1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49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3" y="304800"/>
            <a:ext cx="7091361" cy="2793906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3108804"/>
            <a:ext cx="7091361" cy="8382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B9702-7FBF-4720-8670-571C5E7EEDDE}" type="datetime1">
              <a:rPr lang="en-US"/>
              <a:t>4/7/2019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054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F48E-ABA0-4B58-B562-D1D7408067C4}" type="datetime1">
              <a:rPr lang="en-US"/>
              <a:t>4/7/2019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9990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0013" y="1600200"/>
            <a:ext cx="6400801" cy="2486025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0011" y="4105029"/>
            <a:ext cx="6400801" cy="914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5034C-8BD9-4B0C-893B-33834FAB227F}" type="datetime1">
              <a:rPr lang="en-US"/>
              <a:t>4/7/2019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791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8213" y="1600200"/>
            <a:ext cx="4572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08813" y="1600200"/>
            <a:ext cx="4572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87AA-CBCD-47F9-A04C-7106C508CDE4}" type="datetime1">
              <a:rPr lang="en-US"/>
              <a:t>4/7/2019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75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8213" y="1600200"/>
            <a:ext cx="4572000" cy="823912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1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8213" y="2505075"/>
            <a:ext cx="4572000" cy="33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08813" y="1600200"/>
            <a:ext cx="4572000" cy="823912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1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08813" y="2505075"/>
            <a:ext cx="4572000" cy="33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C9DD-75F5-4611-BA0B-CFB1A226639C}" type="datetime1">
              <a:rPr lang="en-US"/>
              <a:t>4/7/2019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3046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F1F9-2D3D-4243-878F-D000C3F2A1C4}" type="datetime1">
              <a:rPr lang="en-US"/>
              <a:t>4/7/2019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830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CBE8-1824-4658-A8BB-BECFAEB7E35A}" type="datetime1">
              <a:rPr lang="en-US"/>
              <a:t>4/7/2019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252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7612" y="2277477"/>
            <a:ext cx="2743201" cy="2322178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533400"/>
            <a:ext cx="6858000" cy="48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37614" y="4583187"/>
            <a:ext cx="2743200" cy="113181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5CD17-C377-4DE5-9FCA-CC7471605C58}" type="datetime1">
              <a:rPr lang="en-US"/>
              <a:t>4/7/2019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770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7612" y="2277477"/>
            <a:ext cx="2743201" cy="2322178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93812" y="533400"/>
            <a:ext cx="6858001" cy="4800600"/>
          </a:xfrm>
          <a:prstGeom prst="roundRect">
            <a:avLst>
              <a:gd name="adj" fmla="val 4409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408112" y="647700"/>
            <a:ext cx="6629400" cy="4572000"/>
          </a:xfrm>
          <a:prstGeom prst="roundRect">
            <a:avLst>
              <a:gd name="adj" fmla="val 3725"/>
            </a:avLst>
          </a:prstGeo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37614" y="4583187"/>
            <a:ext cx="2743200" cy="1131813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9F02-BE96-4BAE-86A5-1FA60D24CAE2}" type="datetime1">
              <a:rPr lang="en-US"/>
              <a:t>4/7/2019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930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AEA-BBBB-4C9B-AB23-214EAA8AB789}" type="datetime1">
              <a:rPr lang="en-US"/>
              <a:t>4/7/2019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766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65014" y="304801"/>
            <a:ext cx="17158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9800" y="304801"/>
            <a:ext cx="7502814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CA30-F5CD-4CA0-B16A-349C6F830700}" type="datetime1">
              <a:rPr lang="en-US"/>
              <a:t>4/7/2019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BFFB2-86D9-4B8F-A59A-553A60B94B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9497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8213" y="304800"/>
            <a:ext cx="9372600" cy="12004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8213" y="1600200"/>
            <a:ext cx="93726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3576" y="6505078"/>
            <a:ext cx="964036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9D3B9702-7FBF-4720-8670-571C5E7EEDDE}" type="datetime1">
              <a:rPr lang="en-US" smtClean="0"/>
              <a:pPr/>
              <a:t>4/7/2019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0159" y="6505078"/>
            <a:ext cx="687641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0814" y="6280298"/>
            <a:ext cx="533399" cy="349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rgbClr val="AB3C19"/>
                </a:solidFill>
              </a:defRPr>
            </a:lvl1pPr>
          </a:lstStyle>
          <a:p>
            <a:fld id="{8FDBFFB2-86D9-4B8F-A59A-553A60B94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5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7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1.svg"/><Relationship Id="rId7" Type="http://schemas.openxmlformats.org/officeDocument/2006/relationships/image" Target="../media/image27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1.svg"/><Relationship Id="rId7" Type="http://schemas.openxmlformats.org/officeDocument/2006/relationships/image" Target="../media/image27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Relationship Id="rId9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8A5C88-906C-4F95-A0BE-0F01C182A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FCEEE2-7BA6-435E-85A2-D0E5614B71AF}"/>
              </a:ext>
            </a:extLst>
          </p:cNvPr>
          <p:cNvSpPr txBox="1"/>
          <p:nvPr/>
        </p:nvSpPr>
        <p:spPr>
          <a:xfrm>
            <a:off x="5938684" y="5466736"/>
            <a:ext cx="5653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Impact" panose="020B0806030902050204" pitchFamily="34" charset="0"/>
              </a:rPr>
              <a:t>2767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46FC2-EC58-4A81-8F7E-302BCFA5C23A}"/>
              </a:ext>
            </a:extLst>
          </p:cNvPr>
          <p:cNvSpPr txBox="1"/>
          <p:nvPr/>
        </p:nvSpPr>
        <p:spPr>
          <a:xfrm>
            <a:off x="5938684" y="3429000"/>
            <a:ext cx="2949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Impact" panose="020B0806030902050204" pitchFamily="34" charset="0"/>
              </a:rPr>
              <a:t>110 000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E932F-D99B-4F88-90FE-C666CDF07D91}"/>
              </a:ext>
            </a:extLst>
          </p:cNvPr>
          <p:cNvSpPr txBox="1"/>
          <p:nvPr/>
        </p:nvSpPr>
        <p:spPr>
          <a:xfrm>
            <a:off x="5938684" y="4490970"/>
            <a:ext cx="29370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Impact" panose="020B0806030902050204" pitchFamily="34" charset="0"/>
              </a:rPr>
              <a:t>6 miesięcy</a:t>
            </a:r>
          </a:p>
        </p:txBody>
      </p:sp>
    </p:spTree>
    <p:extLst>
      <p:ext uri="{BB962C8B-B14F-4D97-AF65-F5344CB8AC3E}">
        <p14:creationId xmlns:p14="http://schemas.microsoft.com/office/powerpoint/2010/main" val="3903718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Walczymy o lepsze jutro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EFCA2-95A0-4FBC-9F4E-CC3ACCB27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09" y="990906"/>
            <a:ext cx="4345249" cy="217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Jaki mamy problem?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8213" y="2256182"/>
            <a:ext cx="9372600" cy="4114800"/>
          </a:xfrm>
        </p:spPr>
        <p:txBody>
          <a:bodyPr/>
          <a:lstStyle/>
          <a:p>
            <a:r>
              <a:rPr lang="pl-PL" dirty="0"/>
              <a:t>Chęć adopcji psa jest duszona w zarodku</a:t>
            </a:r>
            <a:endParaRPr lang="en-US" dirty="0"/>
          </a:p>
          <a:p>
            <a:r>
              <a:rPr lang="pl-PL" dirty="0"/>
              <a:t>Zwierzaki w schroniskach czekają długo na nowego właściciela</a:t>
            </a:r>
            <a:endParaRPr lang="en-US" dirty="0"/>
          </a:p>
          <a:p>
            <a:r>
              <a:rPr lang="pl-PL" dirty="0"/>
              <a:t>Traktujemy psy jak zwyczajne przedmioty, które można oddać niezaufanej osobie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2CB022-C474-46FF-9170-53E56A5A25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16"/>
            <a:ext cx="2400833" cy="120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2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833" y="209816"/>
            <a:ext cx="9372600" cy="1200416"/>
          </a:xfrm>
        </p:spPr>
        <p:txBody>
          <a:bodyPr/>
          <a:lstStyle/>
          <a:p>
            <a:r>
              <a:rPr lang="pl-PL" dirty="0"/>
              <a:t>Rozwiązania?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416" y="1470917"/>
            <a:ext cx="4572000" cy="823912"/>
          </a:xfrm>
        </p:spPr>
        <p:txBody>
          <a:bodyPr/>
          <a:lstStyle/>
          <a:p>
            <a:r>
              <a:rPr lang="pl-PL" dirty="0"/>
              <a:t>Indywidualne strony schronisk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dirty="0"/>
              <a:t>Ogłoszenia na portalach typu olx.pl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2995D0-5C14-4240-BFC1-BB5E8290A8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16"/>
            <a:ext cx="2400833" cy="1200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484056-9C61-4F84-9D4B-1BD983CD5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664" y="2644609"/>
            <a:ext cx="5020297" cy="2570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1D5EEE-5848-443F-9606-691C74A00C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38" y="2354864"/>
            <a:ext cx="6180185" cy="347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24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EDF8E55-5DB2-4E5D-ADA1-6B8C32731A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16"/>
            <a:ext cx="2400833" cy="1200416"/>
          </a:xfrm>
          <a:prstGeom prst="rect">
            <a:avLst/>
          </a:prstGeom>
        </p:spPr>
      </p:pic>
      <p:pic>
        <p:nvPicPr>
          <p:cNvPr id="3" name="Obraz 4">
            <a:extLst>
              <a:ext uri="{FF2B5EF4-FFF2-40B4-BE49-F238E27FC236}">
                <a16:creationId xmlns:a16="http://schemas.microsoft.com/office/drawing/2014/main" id="{CB8D2E06-D20E-442E-A14C-05C9E0FA4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81" y="-498666"/>
            <a:ext cx="12145441" cy="81617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98F1E2-7962-48B2-97A5-60159C497E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581" y="695740"/>
            <a:ext cx="8102610" cy="503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169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C15817-D886-4C74-8438-EE4ECA0BD3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006" y="545648"/>
            <a:ext cx="1573394" cy="15733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B5D13C-4816-43D9-B931-304494E79C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2" y="252672"/>
            <a:ext cx="1856932" cy="185693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560868-43D8-4C9F-934F-C9BF77C6C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8334" y="2500968"/>
            <a:ext cx="3288168" cy="4088675"/>
          </a:xfrm>
        </p:spPr>
        <p:txBody>
          <a:bodyPr/>
          <a:lstStyle/>
          <a:p>
            <a:r>
              <a:rPr lang="pl-PL" dirty="0"/>
              <a:t>Zapewniamy przejrzystą formę prezentacji zwierząt ze wszystkich schronisk</a:t>
            </a:r>
            <a:endParaRPr lang="en-US" dirty="0"/>
          </a:p>
          <a:p>
            <a:r>
              <a:rPr lang="pl-PL" dirty="0"/>
              <a:t>Ułatwiamy wyszukiwanie wymarzonego zwierzaka</a:t>
            </a:r>
            <a:endParaRPr lang="en-US" dirty="0"/>
          </a:p>
          <a:p>
            <a:r>
              <a:rPr lang="pl-PL" dirty="0"/>
              <a:t>Pozwalamy Ci tworzyć lepsze jutro </a:t>
            </a:r>
            <a:r>
              <a:rPr lang="pl-PL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89FD7BE-E9FC-4629-B326-2C139011C7FA}"/>
              </a:ext>
            </a:extLst>
          </p:cNvPr>
          <p:cNvSpPr txBox="1">
            <a:spLocks/>
          </p:cNvSpPr>
          <p:nvPr/>
        </p:nvSpPr>
        <p:spPr>
          <a:xfrm>
            <a:off x="7044646" y="2500968"/>
            <a:ext cx="3288168" cy="4088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8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Możesz poznać warunki danego schronisku</a:t>
            </a:r>
            <a:endParaRPr lang="en-US" dirty="0"/>
          </a:p>
          <a:p>
            <a:r>
              <a:rPr lang="pl-PL" dirty="0"/>
              <a:t>Masz pewność miejsca</a:t>
            </a:r>
            <a:endParaRPr lang="en-US" dirty="0"/>
          </a:p>
          <a:p>
            <a:r>
              <a:rPr lang="pl-PL" dirty="0"/>
              <a:t>Twoim pieskiem zajmą się wykwalifikowani ludzie</a:t>
            </a:r>
          </a:p>
          <a:p>
            <a:r>
              <a:rPr lang="pl-PL" dirty="0"/>
              <a:t>Zmieniasz świadomość ludzi odnośnie zwierząt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B54845-AE83-49B6-A9EC-C66CFC6E18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16"/>
            <a:ext cx="2400833" cy="120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06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4">
            <a:extLst>
              <a:ext uri="{FF2B5EF4-FFF2-40B4-BE49-F238E27FC236}">
                <a16:creationId xmlns:a16="http://schemas.microsoft.com/office/drawing/2014/main" id="{64D4FED2-558F-49FD-9FDB-D1742820D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81" y="-498666"/>
            <a:ext cx="12145441" cy="81617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62FEE5-DBC9-4FF4-8F0D-96F48E815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617" y="695738"/>
            <a:ext cx="8040757" cy="49695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95B840-CF0B-43AB-B917-FBEBA4531B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16"/>
            <a:ext cx="2400833" cy="120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1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07BD0B-708D-4591-B725-74BE7D089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233" y="259512"/>
            <a:ext cx="8055132" cy="744341"/>
          </a:xfrm>
        </p:spPr>
        <p:txBody>
          <a:bodyPr/>
          <a:lstStyle/>
          <a:p>
            <a:r>
              <a:rPr lang="pl-PL" dirty="0" err="1"/>
              <a:t>Stack</a:t>
            </a:r>
            <a:r>
              <a:rPr lang="pl-PL" dirty="0"/>
              <a:t> technologiczny?</a:t>
            </a:r>
            <a:endParaRPr lang="en-US" dirty="0"/>
          </a:p>
        </p:txBody>
      </p:sp>
      <p:pic>
        <p:nvPicPr>
          <p:cNvPr id="1026" name="Picture 2" descr="Znalezione obrazy dla zapytania java logo">
            <a:extLst>
              <a:ext uri="{FF2B5EF4-FFF2-40B4-BE49-F238E27FC236}">
                <a16:creationId xmlns:a16="http://schemas.microsoft.com/office/drawing/2014/main" id="{CC5DC6C6-EF47-4ED6-A43A-DFE665679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29" y="1103244"/>
            <a:ext cx="1472698" cy="269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Znalezione obrazy dla zapytania spring logo">
            <a:extLst>
              <a:ext uri="{FF2B5EF4-FFF2-40B4-BE49-F238E27FC236}">
                <a16:creationId xmlns:a16="http://schemas.microsoft.com/office/drawing/2014/main" id="{165E0F77-E964-4005-B7CE-38B3E7850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5530">
            <a:off x="2281344" y="1701149"/>
            <a:ext cx="3666407" cy="94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Znalezione obrazy dla zapytania react logo">
            <a:extLst>
              <a:ext uri="{FF2B5EF4-FFF2-40B4-BE49-F238E27FC236}">
                <a16:creationId xmlns:a16="http://schemas.microsoft.com/office/drawing/2014/main" id="{35E770CC-E157-4BC7-82EA-8E9A1AA0D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53575">
            <a:off x="5934548" y="1151838"/>
            <a:ext cx="3333257" cy="235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86A0324-AC0C-4DE5-8A50-1821647C33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88958" y="3466127"/>
            <a:ext cx="2107042" cy="2170892"/>
          </a:xfrm>
          <a:prstGeom prst="rect">
            <a:avLst/>
          </a:prstGeom>
        </p:spPr>
      </p:pic>
      <p:pic>
        <p:nvPicPr>
          <p:cNvPr id="1038" name="Picture 14" descr="Znalezione obrazy dla zapytania mysql logo">
            <a:extLst>
              <a:ext uri="{FF2B5EF4-FFF2-40B4-BE49-F238E27FC236}">
                <a16:creationId xmlns:a16="http://schemas.microsoft.com/office/drawing/2014/main" id="{0BE1496F-35ED-4195-B7E0-C096C97AF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871" y="1220981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54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07BD0B-708D-4591-B725-74BE7D089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233" y="259512"/>
            <a:ext cx="8055132" cy="744341"/>
          </a:xfrm>
        </p:spPr>
        <p:txBody>
          <a:bodyPr/>
          <a:lstStyle/>
          <a:p>
            <a:r>
              <a:rPr lang="pl-PL" dirty="0" err="1"/>
              <a:t>Stack</a:t>
            </a:r>
            <a:r>
              <a:rPr lang="pl-PL" dirty="0"/>
              <a:t> technologiczny?</a:t>
            </a:r>
            <a:endParaRPr lang="en-US" dirty="0"/>
          </a:p>
        </p:txBody>
      </p:sp>
      <p:pic>
        <p:nvPicPr>
          <p:cNvPr id="1026" name="Picture 2" descr="Znalezione obrazy dla zapytania java logo">
            <a:extLst>
              <a:ext uri="{FF2B5EF4-FFF2-40B4-BE49-F238E27FC236}">
                <a16:creationId xmlns:a16="http://schemas.microsoft.com/office/drawing/2014/main" id="{CC5DC6C6-EF47-4ED6-A43A-DFE665679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29" y="1103244"/>
            <a:ext cx="1472698" cy="269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Znalezione obrazy dla zapytania spring logo">
            <a:extLst>
              <a:ext uri="{FF2B5EF4-FFF2-40B4-BE49-F238E27FC236}">
                <a16:creationId xmlns:a16="http://schemas.microsoft.com/office/drawing/2014/main" id="{165E0F77-E964-4005-B7CE-38B3E7850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5530">
            <a:off x="2281344" y="1701149"/>
            <a:ext cx="3666407" cy="94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Znalezione obrazy dla zapytania react logo">
            <a:extLst>
              <a:ext uri="{FF2B5EF4-FFF2-40B4-BE49-F238E27FC236}">
                <a16:creationId xmlns:a16="http://schemas.microsoft.com/office/drawing/2014/main" id="{35E770CC-E157-4BC7-82EA-8E9A1AA0D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53575">
            <a:off x="5934548" y="1151838"/>
            <a:ext cx="3333257" cy="235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86A0324-AC0C-4DE5-8A50-1821647C33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4547" y="3521250"/>
            <a:ext cx="2107042" cy="2170892"/>
          </a:xfrm>
          <a:prstGeom prst="rect">
            <a:avLst/>
          </a:prstGeom>
        </p:spPr>
      </p:pic>
      <p:pic>
        <p:nvPicPr>
          <p:cNvPr id="1038" name="Picture 14" descr="Znalezione obrazy dla zapytania mysql logo">
            <a:extLst>
              <a:ext uri="{FF2B5EF4-FFF2-40B4-BE49-F238E27FC236}">
                <a16:creationId xmlns:a16="http://schemas.microsoft.com/office/drawing/2014/main" id="{0BE1496F-35ED-4195-B7E0-C096C97AF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871" y="1220981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3BA85B-B5B7-47A5-9181-804637391F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42446">
            <a:off x="51385" y="1364550"/>
            <a:ext cx="2170892" cy="21708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BF60C-11D3-46E1-A8A1-9D0CBCC8059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8465">
            <a:off x="2916208" y="1259163"/>
            <a:ext cx="1870003" cy="1870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9039CF-1B48-4121-ACDD-2A9F68C8EE6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42446">
            <a:off x="6652766" y="1304397"/>
            <a:ext cx="1951089" cy="19510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5E2C8B-540C-4185-AB68-11343AA2E3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77716">
            <a:off x="8691146" y="2727992"/>
            <a:ext cx="2571766" cy="257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06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AC9EC2-FA80-4D26-86DB-544383866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39" y="628962"/>
            <a:ext cx="3349740" cy="3451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D50103-4BE0-4BB5-A7F9-205CDC3B1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9" y="4650271"/>
            <a:ext cx="58102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75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AC9EC2-FA80-4D26-86DB-544383866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39" y="628962"/>
            <a:ext cx="3349740" cy="3451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D50103-4BE0-4BB5-A7F9-205CDC3B1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9" y="4650271"/>
            <a:ext cx="5810250" cy="857250"/>
          </a:xfrm>
          <a:prstGeom prst="rect">
            <a:avLst/>
          </a:prstGeom>
        </p:spPr>
      </p:pic>
      <p:pic>
        <p:nvPicPr>
          <p:cNvPr id="2050" name="Picture 2" descr="https://images.dog.ceo/breeds/pinscher-miniature/n02107312_1716.jpg">
            <a:extLst>
              <a:ext uri="{FF2B5EF4-FFF2-40B4-BE49-F238E27FC236}">
                <a16:creationId xmlns:a16="http://schemas.microsoft.com/office/drawing/2014/main" id="{0D32CE38-303D-4BEE-9E46-AB647D0B1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384">
            <a:off x="5613091" y="963833"/>
            <a:ext cx="3507179" cy="232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458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AC9EC2-FA80-4D26-86DB-544383866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39" y="628962"/>
            <a:ext cx="3349740" cy="3451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D50103-4BE0-4BB5-A7F9-205CDC3B1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9" y="4650271"/>
            <a:ext cx="5810250" cy="857250"/>
          </a:xfrm>
          <a:prstGeom prst="rect">
            <a:avLst/>
          </a:prstGeom>
        </p:spPr>
      </p:pic>
      <p:pic>
        <p:nvPicPr>
          <p:cNvPr id="2050" name="Picture 2" descr="https://images.dog.ceo/breeds/pinscher-miniature/n02107312_1716.jpg">
            <a:extLst>
              <a:ext uri="{FF2B5EF4-FFF2-40B4-BE49-F238E27FC236}">
                <a16:creationId xmlns:a16="http://schemas.microsoft.com/office/drawing/2014/main" id="{0D32CE38-303D-4BEE-9E46-AB647D0B1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384">
            <a:off x="5613091" y="963833"/>
            <a:ext cx="3507179" cy="232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images.dog.ceo/breeds/eskimo/n02109961_10774.jpg">
            <a:extLst>
              <a:ext uri="{FF2B5EF4-FFF2-40B4-BE49-F238E27FC236}">
                <a16:creationId xmlns:a16="http://schemas.microsoft.com/office/drawing/2014/main" id="{5AC27322-168F-4D8D-9247-9E421FE2E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14073">
            <a:off x="7739082" y="568944"/>
            <a:ext cx="34290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915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AC9EC2-FA80-4D26-86DB-544383866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39" y="628962"/>
            <a:ext cx="3349740" cy="3451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D50103-4BE0-4BB5-A7F9-205CDC3B1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9" y="4650271"/>
            <a:ext cx="5810250" cy="857250"/>
          </a:xfrm>
          <a:prstGeom prst="rect">
            <a:avLst/>
          </a:prstGeom>
        </p:spPr>
      </p:pic>
      <p:pic>
        <p:nvPicPr>
          <p:cNvPr id="2050" name="Picture 2" descr="https://images.dog.ceo/breeds/pinscher-miniature/n02107312_1716.jpg">
            <a:extLst>
              <a:ext uri="{FF2B5EF4-FFF2-40B4-BE49-F238E27FC236}">
                <a16:creationId xmlns:a16="http://schemas.microsoft.com/office/drawing/2014/main" id="{0D32CE38-303D-4BEE-9E46-AB647D0B1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384">
            <a:off x="5613091" y="963833"/>
            <a:ext cx="3507179" cy="232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images.dog.ceo/breeds/eskimo/n02109961_10774.jpg">
            <a:extLst>
              <a:ext uri="{FF2B5EF4-FFF2-40B4-BE49-F238E27FC236}">
                <a16:creationId xmlns:a16="http://schemas.microsoft.com/office/drawing/2014/main" id="{5AC27322-168F-4D8D-9247-9E421FE2E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14073">
            <a:off x="7739082" y="568944"/>
            <a:ext cx="34290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https://images.dog.ceo/breeds/groenendael/n02105056_3394.jpg">
            <a:extLst>
              <a:ext uri="{FF2B5EF4-FFF2-40B4-BE49-F238E27FC236}">
                <a16:creationId xmlns:a16="http://schemas.microsoft.com/office/drawing/2014/main" id="{46A92D6F-04E0-4891-AECF-AA09E7E47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683" y="2321044"/>
            <a:ext cx="3240157" cy="219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818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AC9EC2-FA80-4D26-86DB-544383866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39" y="628962"/>
            <a:ext cx="3349740" cy="3451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D50103-4BE0-4BB5-A7F9-205CDC3B1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9" y="4650271"/>
            <a:ext cx="5810250" cy="857250"/>
          </a:xfrm>
          <a:prstGeom prst="rect">
            <a:avLst/>
          </a:prstGeom>
        </p:spPr>
      </p:pic>
      <p:pic>
        <p:nvPicPr>
          <p:cNvPr id="2050" name="Picture 2" descr="https://images.dog.ceo/breeds/pinscher-miniature/n02107312_1716.jpg">
            <a:extLst>
              <a:ext uri="{FF2B5EF4-FFF2-40B4-BE49-F238E27FC236}">
                <a16:creationId xmlns:a16="http://schemas.microsoft.com/office/drawing/2014/main" id="{0D32CE38-303D-4BEE-9E46-AB647D0B1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384">
            <a:off x="5613091" y="963833"/>
            <a:ext cx="3507179" cy="232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images.dog.ceo/breeds/eskimo/n02109961_10774.jpg">
            <a:extLst>
              <a:ext uri="{FF2B5EF4-FFF2-40B4-BE49-F238E27FC236}">
                <a16:creationId xmlns:a16="http://schemas.microsoft.com/office/drawing/2014/main" id="{5AC27322-168F-4D8D-9247-9E421FE2E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14073">
            <a:off x="7739082" y="568944"/>
            <a:ext cx="34290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https://images.dog.ceo/breeds/groenendael/n02105056_3394.jpg">
            <a:extLst>
              <a:ext uri="{FF2B5EF4-FFF2-40B4-BE49-F238E27FC236}">
                <a16:creationId xmlns:a16="http://schemas.microsoft.com/office/drawing/2014/main" id="{46A92D6F-04E0-4891-AECF-AA09E7E47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683" y="2321044"/>
            <a:ext cx="3240157" cy="219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https://images.dog.ceo/breeds/mountain-swiss/n02107574_1083.jpg">
            <a:extLst>
              <a:ext uri="{FF2B5EF4-FFF2-40B4-BE49-F238E27FC236}">
                <a16:creationId xmlns:a16="http://schemas.microsoft.com/office/drawing/2014/main" id="{D747D9CB-73C8-4557-BCBC-0D5E3B11A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65671">
            <a:off x="7915820" y="2333044"/>
            <a:ext cx="3224671" cy="281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54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AC9EC2-FA80-4D26-86DB-544383866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39" y="628962"/>
            <a:ext cx="3349740" cy="3451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D50103-4BE0-4BB5-A7F9-205CDC3B1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9" y="4650271"/>
            <a:ext cx="5810250" cy="857250"/>
          </a:xfrm>
          <a:prstGeom prst="rect">
            <a:avLst/>
          </a:prstGeom>
        </p:spPr>
      </p:pic>
      <p:pic>
        <p:nvPicPr>
          <p:cNvPr id="2050" name="Picture 2" descr="https://images.dog.ceo/breeds/pinscher-miniature/n02107312_1716.jpg">
            <a:extLst>
              <a:ext uri="{FF2B5EF4-FFF2-40B4-BE49-F238E27FC236}">
                <a16:creationId xmlns:a16="http://schemas.microsoft.com/office/drawing/2014/main" id="{0D32CE38-303D-4BEE-9E46-AB647D0B1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384">
            <a:off x="5613091" y="963833"/>
            <a:ext cx="3507179" cy="232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images.dog.ceo/breeds/eskimo/n02109961_10774.jpg">
            <a:extLst>
              <a:ext uri="{FF2B5EF4-FFF2-40B4-BE49-F238E27FC236}">
                <a16:creationId xmlns:a16="http://schemas.microsoft.com/office/drawing/2014/main" id="{5AC27322-168F-4D8D-9247-9E421FE2E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14073">
            <a:off x="7739082" y="568944"/>
            <a:ext cx="3429000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https://images.dog.ceo/breeds/groenendael/n02105056_3394.jpg">
            <a:extLst>
              <a:ext uri="{FF2B5EF4-FFF2-40B4-BE49-F238E27FC236}">
                <a16:creationId xmlns:a16="http://schemas.microsoft.com/office/drawing/2014/main" id="{46A92D6F-04E0-4891-AECF-AA09E7E47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683" y="2321044"/>
            <a:ext cx="3240157" cy="219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https://images.dog.ceo/breeds/mountain-swiss/n02107574_1083.jpg">
            <a:extLst>
              <a:ext uri="{FF2B5EF4-FFF2-40B4-BE49-F238E27FC236}">
                <a16:creationId xmlns:a16="http://schemas.microsoft.com/office/drawing/2014/main" id="{D747D9CB-73C8-4557-BCBC-0D5E3B11A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65671">
            <a:off x="7915820" y="2333044"/>
            <a:ext cx="3224671" cy="2818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https://images.dog.ceo/breeds/briard/n02105251_8629.jpg">
            <a:extLst>
              <a:ext uri="{FF2B5EF4-FFF2-40B4-BE49-F238E27FC236}">
                <a16:creationId xmlns:a16="http://schemas.microsoft.com/office/drawing/2014/main" id="{C1CC586A-71DE-40CE-9744-DC56FD2FB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376" y="763494"/>
            <a:ext cx="3525147" cy="530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690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Trzech Jakubów i Łukasz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Dziękujemy </a:t>
            </a:r>
            <a:r>
              <a:rPr lang="pl-PL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495D4-87D9-4BF8-9250-89530ADB0A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16"/>
            <a:ext cx="2400833" cy="120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68479"/>
      </p:ext>
    </p:extLst>
  </p:cSld>
  <p:clrMapOvr>
    <a:masterClrMapping/>
  </p:clrMapOvr>
</p:sld>
</file>

<file path=ppt/theme/theme1.xml><?xml version="1.0" encoding="utf-8"?>
<a:theme xmlns:a="http://schemas.openxmlformats.org/drawingml/2006/main" name="Children Playing 16x9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61883.potx" id="{18737D51-7733-4200-B5C9-BF22CA2CE631}" vid="{40CEFE45-12FF-4454-86EB-59F04C858872}"/>
    </a:ext>
  </a:extLst>
</a:theme>
</file>

<file path=ppt/theme/theme2.xml><?xml version="1.0" encoding="utf-8"?>
<a:theme xmlns:a="http://schemas.openxmlformats.org/drawingml/2006/main" name="Office Theme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hildren Happy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Children playing education presentation design (cartoon illustration, widescreen)</Template>
  <TotalTime>98</TotalTime>
  <Words>103</Words>
  <Application>Microsoft Office PowerPoint</Application>
  <PresentationFormat>Widescreen</PresentationFormat>
  <Paragraphs>25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Euphemia</vt:lpstr>
      <vt:lpstr>Impact</vt:lpstr>
      <vt:lpstr>Wingdings</vt:lpstr>
      <vt:lpstr>Children Playing 16x9</vt:lpstr>
      <vt:lpstr>PowerPoint Presentation</vt:lpstr>
      <vt:lpstr>PowerPoint Presentation</vt:lpstr>
      <vt:lpstr>Jaki mamy problem?</vt:lpstr>
      <vt:lpstr>Rozwiązania?</vt:lpstr>
      <vt:lpstr>PowerPoint Presentation</vt:lpstr>
      <vt:lpstr>PowerPoint Presentation</vt:lpstr>
      <vt:lpstr>PowerPoint Presentation</vt:lpstr>
      <vt:lpstr>Stack technologiczny?</vt:lpstr>
      <vt:lpstr>Stack technologiczny?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Trzech Jakubów i Łukasz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Jakub Cholewa</dc:creator>
  <cp:lastModifiedBy>Jakub Cholewa</cp:lastModifiedBy>
  <cp:revision>11</cp:revision>
  <dcterms:created xsi:type="dcterms:W3CDTF">2019-04-07T06:54:57Z</dcterms:created>
  <dcterms:modified xsi:type="dcterms:W3CDTF">2019-04-07T10:18:40Z</dcterms:modified>
</cp:coreProperties>
</file>